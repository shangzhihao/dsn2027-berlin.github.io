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99"/>
    <p:restoredTop sz="94571"/>
  </p:normalViewPr>
  <p:slideViewPr>
    <p:cSldViewPr snapToGrid="0">
      <p:cViewPr varScale="1">
        <p:scale>
          <a:sx n="110" d="100"/>
          <a:sy n="110" d="100"/>
        </p:scale>
        <p:origin x="4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EE44C-8707-CFA0-F784-EBF1AEABE2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1C8470-3F8C-0F32-5B4A-6074C07746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0888A-9787-5BF0-9AE0-B35712249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C25EE-AC2D-F540-A204-C54386362D71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69A12-BCB3-9AD7-972F-C41B60486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25E14-112C-EFF2-2794-5535F3174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189E-0A7B-3249-BF4A-0E426790D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663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558B1-C735-329E-0290-AB4F7D834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12C5D-A4B2-ADF5-3AE5-FF3784351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4DCD5-DE77-0660-F965-0F73432F2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C25EE-AC2D-F540-A204-C54386362D71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954F6-7774-F5D1-8E8C-B0D6B7274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D1FEB-81EF-DAA0-8BA6-1E21B98F9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189E-0A7B-3249-BF4A-0E426790D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461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9811C-3CB6-7723-EFDF-0A2CEF6E2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11DC-8E5B-6856-2DDB-4F040B176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0B10C-566D-E9E3-5AA1-EBE52353B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C25EE-AC2D-F540-A204-C54386362D71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05B7A-03BD-60B6-D3CB-D1D4FDB07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A2A61-BF23-85DF-B025-64590C9A3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189E-0A7B-3249-BF4A-0E426790D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0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E40A6-4524-CD09-3C13-34BE7AD30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0548B-8C79-6DEB-372D-81CD936B69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DBE25B-B7CC-AE85-4785-8A66CC722A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6629C0-BBE8-59FF-56E0-DF73D7C43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C25EE-AC2D-F540-A204-C54386362D71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EA5C76-2959-5769-8AEE-FA3407F14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507C57-32B4-C05D-12A5-B1A475942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189E-0A7B-3249-BF4A-0E426790D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270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11A63-7FD6-7978-EECA-0F7259E02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696F2-D9C6-3080-EF11-90DA55E62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2C6972-0FF7-6E26-6A2D-AC8F2AAB6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A72F5-6E55-0130-045C-7E2ADCF12E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3110B6-0D58-8161-42FC-ABD79011E8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B22F1E-22A0-DFEF-EA0A-77DCAA24C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C25EE-AC2D-F540-A204-C54386362D71}" type="datetimeFigureOut">
              <a:rPr lang="en-US" smtClean="0"/>
              <a:t>6/24/26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CD4AD0-3E29-D4A7-A295-13D0366B0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0B7691-53A0-B914-23B1-A94E20B2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189E-0A7B-3249-BF4A-0E426790D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95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3D03C-742E-0BA0-89F9-C66F30F11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2D98CF-BBC9-33E0-1242-CCC18F239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C25EE-AC2D-F540-A204-C54386362D71}" type="datetimeFigureOut">
              <a:rPr lang="en-US" smtClean="0"/>
              <a:t>6/24/26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FB5176-082E-ECD2-3A04-D750F657B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C0D68-F016-05C9-0E15-49D9DC3F1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189E-0A7B-3249-BF4A-0E426790D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014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4D324E-3CD5-B828-78EF-BC8A36DCC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C25EE-AC2D-F540-A204-C54386362D71}" type="datetimeFigureOut">
              <a:rPr lang="en-US" smtClean="0"/>
              <a:t>6/24/26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1CAAEE-AF3D-068A-E43A-3C2424989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B385BA-1449-F49F-97FC-E73B312FC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189E-0A7B-3249-BF4A-0E426790D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526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CD41E-D880-5A24-8249-FBDF370B5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DB861-AF77-B07B-9371-FEC3C6256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5B6F29-57BE-8B64-AF30-2FA72644F7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B45FF7-7127-396F-DB9D-74EBDBB84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C25EE-AC2D-F540-A204-C54386362D71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675B35-D81E-EB7A-D4DE-9F712A72E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710552-B223-3EFB-23A7-036B00601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189E-0A7B-3249-BF4A-0E426790D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044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2523D-2564-EB8F-A031-CF4711289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ED3EC3-4A37-9D58-7BF6-B2D0BD5FFE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9A2988-4F91-E087-7B59-F118BF99D7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C272A6-0D76-07DA-5ABF-AF73ED042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C25EE-AC2D-F540-A204-C54386362D71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12CC95-88B5-D8EC-8C8F-47E0ECC35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F5B5CB-15A0-7660-F4ED-A590B581F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189E-0A7B-3249-BF4A-0E426790D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704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A3CDC-D8ED-572B-14FF-3937BFF6F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FD47DA-EA58-3BA5-C4F0-16169DC0D1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9694-E854-B7D6-F6D6-3BFDAE41A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C25EE-AC2D-F540-A204-C54386362D71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0F243-B66E-0520-3F55-1B4BB4B27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69227-A83E-87D1-E936-09A8F71B5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189E-0A7B-3249-BF4A-0E426790D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444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C88C81-0EA0-1D8E-6225-C7BF064918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9E3162-BD86-861B-2ED6-866F2A12F1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C9F99-D238-F67C-DB68-4589D42F7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C25EE-AC2D-F540-A204-C54386362D71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0C740-DF4C-31D0-2C54-89417ECF5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0B3A9-4380-9ED7-AC9F-80F84C789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189E-0A7B-3249-BF4A-0E426790D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583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30FA6F-89B9-D58A-F210-100FF7746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7B0D02-443A-3BDC-4DE0-8C4024AA0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8D4C8-055B-5F06-DD98-E839FC1138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3C25EE-AC2D-F540-A204-C54386362D71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5C4C5-CCB6-473A-81C8-39B3FA71EF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12D96-B007-188C-7BD0-6827A998BC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B5189E-0A7B-3249-BF4A-0E426790D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6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EBCB78FB-3311-2C71-2BDA-CF8C39A796FF}"/>
              </a:ext>
            </a:extLst>
          </p:cNvPr>
          <p:cNvGrpSpPr/>
          <p:nvPr/>
        </p:nvGrpSpPr>
        <p:grpSpPr>
          <a:xfrm>
            <a:off x="3213100" y="1187450"/>
            <a:ext cx="5765800" cy="4940096"/>
            <a:chOff x="3213100" y="1187450"/>
            <a:chExt cx="5765800" cy="4940096"/>
          </a:xfrm>
        </p:grpSpPr>
        <p:pic>
          <p:nvPicPr>
            <p:cNvPr id="5" name="Picture 4" descr="A blue cube with white letters and a logo&#10;&#10;Description automatically generated">
              <a:extLst>
                <a:ext uri="{FF2B5EF4-FFF2-40B4-BE49-F238E27FC236}">
                  <a16:creationId xmlns:a16="http://schemas.microsoft.com/office/drawing/2014/main" id="{7D30EE9C-7D42-CA21-BD11-4793319C3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13100" y="1187450"/>
              <a:ext cx="5765800" cy="44831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BB68822-4367-20AA-7AB9-E0A73C4F1EA9}"/>
                </a:ext>
              </a:extLst>
            </p:cNvPr>
            <p:cNvSpPr txBox="1"/>
            <p:nvPr/>
          </p:nvSpPr>
          <p:spPr>
            <a:xfrm>
              <a:off x="3213100" y="2847710"/>
              <a:ext cx="1727939" cy="2754600"/>
            </a:xfrm>
            <a:prstGeom prst="rect">
              <a:avLst/>
            </a:prstGeom>
            <a:noFill/>
            <a:scene3d>
              <a:camera prst="isometricLeftDown">
                <a:rot lat="2400000" lon="1500000" rev="0"/>
              </a:camera>
              <a:lightRig rig="threePt" dir="t"/>
            </a:scene3d>
            <a:sp3d/>
          </p:spPr>
          <p:txBody>
            <a:bodyPr wrap="square" rtlCol="0">
              <a:spAutoFit/>
            </a:bodyPr>
            <a:lstStyle/>
            <a:p>
              <a:r>
                <a:rPr lang="en-US" sz="173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2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EA758DA-2AB3-11FB-94D9-65DADBA0748B}"/>
                </a:ext>
              </a:extLst>
            </p:cNvPr>
            <p:cNvSpPr txBox="1"/>
            <p:nvPr/>
          </p:nvSpPr>
          <p:spPr>
            <a:xfrm>
              <a:off x="4662038" y="3265224"/>
              <a:ext cx="1727939" cy="2862322"/>
            </a:xfrm>
            <a:prstGeom prst="rect">
              <a:avLst/>
            </a:prstGeom>
            <a:noFill/>
            <a:scene3d>
              <a:camera prst="isometricLeftDown">
                <a:rot lat="2400000" lon="1500000" rev="0"/>
              </a:camera>
              <a:lightRig rig="threePt" dir="t"/>
            </a:scene3d>
            <a:sp3d/>
          </p:spPr>
          <p:txBody>
            <a:bodyPr wrap="square" rtlCol="0">
              <a:spAutoFit/>
            </a:bodyPr>
            <a:lstStyle/>
            <a:p>
              <a:r>
                <a:rPr lang="en-US" sz="175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0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EC1125D-9989-A839-5EC4-03C33C8F751D}"/>
                </a:ext>
              </a:extLst>
            </p:cNvPr>
            <p:cNvSpPr txBox="1"/>
            <p:nvPr/>
          </p:nvSpPr>
          <p:spPr>
            <a:xfrm>
              <a:off x="6138272" y="3199771"/>
              <a:ext cx="1727939" cy="2754600"/>
            </a:xfrm>
            <a:prstGeom prst="rect">
              <a:avLst/>
            </a:prstGeom>
            <a:noFill/>
            <a:scene3d>
              <a:camera prst="isometricLeftDown">
                <a:rot lat="2400000" lon="20100000" rev="0"/>
              </a:camera>
              <a:lightRig rig="threePt" dir="t"/>
            </a:scene3d>
            <a:sp3d/>
          </p:spPr>
          <p:txBody>
            <a:bodyPr wrap="square" rtlCol="0">
              <a:spAutoFit/>
            </a:bodyPr>
            <a:lstStyle/>
            <a:p>
              <a:r>
                <a:rPr lang="en-US" sz="173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C40E6B1-BCBF-DC29-2A9D-7653D003FAB3}"/>
                </a:ext>
              </a:extLst>
            </p:cNvPr>
            <p:cNvSpPr txBox="1"/>
            <p:nvPr/>
          </p:nvSpPr>
          <p:spPr>
            <a:xfrm>
              <a:off x="7599531" y="2794281"/>
              <a:ext cx="1335754" cy="2785378"/>
            </a:xfrm>
            <a:prstGeom prst="rect">
              <a:avLst/>
            </a:prstGeom>
            <a:noFill/>
            <a:scene3d>
              <a:camera prst="isometricLeftDown">
                <a:rot lat="2400000" lon="20100000" rev="0"/>
              </a:camera>
              <a:lightRig rig="threePt" dir="t"/>
            </a:scene3d>
            <a:sp3d/>
          </p:spPr>
          <p:txBody>
            <a:bodyPr wrap="square" rtlCol="0">
              <a:spAutoFit/>
            </a:bodyPr>
            <a:lstStyle/>
            <a:p>
              <a:r>
                <a:rPr lang="en-US" sz="175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6</a:t>
              </a:r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EA76BC-3194-6298-6F7C-0E78A8C8E0C3}"/>
              </a:ext>
            </a:extLst>
          </p:cNvPr>
          <p:cNvCxnSpPr/>
          <p:nvPr/>
        </p:nvCxnSpPr>
        <p:spPr>
          <a:xfrm>
            <a:off x="2047164" y="4194930"/>
            <a:ext cx="5923128" cy="179643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C732794-F7FB-6813-E92E-176246B22AFC}"/>
              </a:ext>
            </a:extLst>
          </p:cNvPr>
          <p:cNvCxnSpPr>
            <a:cxnSpLocks/>
          </p:cNvCxnSpPr>
          <p:nvPr/>
        </p:nvCxnSpPr>
        <p:spPr>
          <a:xfrm flipH="1">
            <a:off x="4592471" y="4092239"/>
            <a:ext cx="5923128" cy="179643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CF62F42-6987-E1A3-B8D9-AEBDE8DBE556}"/>
              </a:ext>
            </a:extLst>
          </p:cNvPr>
          <p:cNvCxnSpPr/>
          <p:nvPr/>
        </p:nvCxnSpPr>
        <p:spPr>
          <a:xfrm>
            <a:off x="2344280" y="3174944"/>
            <a:ext cx="5923128" cy="179643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B8F524F-AD93-883B-7CBC-77A3803FAE21}"/>
              </a:ext>
            </a:extLst>
          </p:cNvPr>
          <p:cNvCxnSpPr>
            <a:cxnSpLocks/>
          </p:cNvCxnSpPr>
          <p:nvPr/>
        </p:nvCxnSpPr>
        <p:spPr>
          <a:xfrm flipH="1">
            <a:off x="4662038" y="2960169"/>
            <a:ext cx="5923128" cy="179643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834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DCBEE-7D08-46A7-D34A-79C3D9F12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AA8FA684-3DB8-BDFB-D55D-A861CBA3231C}"/>
              </a:ext>
            </a:extLst>
          </p:cNvPr>
          <p:cNvGrpSpPr/>
          <p:nvPr/>
        </p:nvGrpSpPr>
        <p:grpSpPr>
          <a:xfrm>
            <a:off x="3213100" y="1187450"/>
            <a:ext cx="5765800" cy="4940096"/>
            <a:chOff x="3213100" y="1187450"/>
            <a:chExt cx="5765800" cy="4940096"/>
          </a:xfrm>
        </p:grpSpPr>
        <p:pic>
          <p:nvPicPr>
            <p:cNvPr id="5" name="Picture 4" descr="A blue cube with white letters and a logo&#10;&#10;Description automatically generated">
              <a:extLst>
                <a:ext uri="{FF2B5EF4-FFF2-40B4-BE49-F238E27FC236}">
                  <a16:creationId xmlns:a16="http://schemas.microsoft.com/office/drawing/2014/main" id="{D41C12A4-1D74-DCF4-BF6F-6DFFC95923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13100" y="1187450"/>
              <a:ext cx="5765800" cy="44831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C9D2246-D973-2A6B-544E-75FC8EB788B1}"/>
                </a:ext>
              </a:extLst>
            </p:cNvPr>
            <p:cNvSpPr txBox="1"/>
            <p:nvPr/>
          </p:nvSpPr>
          <p:spPr>
            <a:xfrm>
              <a:off x="3213100" y="2847710"/>
              <a:ext cx="1727939" cy="2754600"/>
            </a:xfrm>
            <a:prstGeom prst="rect">
              <a:avLst/>
            </a:prstGeom>
            <a:noFill/>
            <a:scene3d>
              <a:camera prst="isometricLeftDown">
                <a:rot lat="2400000" lon="1500000" rev="0"/>
              </a:camera>
              <a:lightRig rig="threePt" dir="t"/>
            </a:scene3d>
            <a:sp3d/>
          </p:spPr>
          <p:txBody>
            <a:bodyPr wrap="square" rtlCol="0">
              <a:spAutoFit/>
            </a:bodyPr>
            <a:lstStyle/>
            <a:p>
              <a:r>
                <a:rPr lang="en-US" sz="173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2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B85298B-AA37-2B44-EBEA-09C09CECD9D1}"/>
                </a:ext>
              </a:extLst>
            </p:cNvPr>
            <p:cNvSpPr txBox="1"/>
            <p:nvPr/>
          </p:nvSpPr>
          <p:spPr>
            <a:xfrm>
              <a:off x="4662038" y="3265224"/>
              <a:ext cx="1727939" cy="2862322"/>
            </a:xfrm>
            <a:prstGeom prst="rect">
              <a:avLst/>
            </a:prstGeom>
            <a:noFill/>
            <a:scene3d>
              <a:camera prst="isometricLeftDown">
                <a:rot lat="2400000" lon="1500000" rev="0"/>
              </a:camera>
              <a:lightRig rig="threePt" dir="t"/>
            </a:scene3d>
            <a:sp3d/>
          </p:spPr>
          <p:txBody>
            <a:bodyPr wrap="square" rtlCol="0">
              <a:spAutoFit/>
            </a:bodyPr>
            <a:lstStyle/>
            <a:p>
              <a:r>
                <a:rPr lang="en-US" sz="175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0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977CADD-B3A6-0D7C-0934-21A4384D6CA6}"/>
                </a:ext>
              </a:extLst>
            </p:cNvPr>
            <p:cNvSpPr txBox="1"/>
            <p:nvPr/>
          </p:nvSpPr>
          <p:spPr>
            <a:xfrm>
              <a:off x="6138272" y="3199771"/>
              <a:ext cx="1727939" cy="2754600"/>
            </a:xfrm>
            <a:prstGeom prst="rect">
              <a:avLst/>
            </a:prstGeom>
            <a:noFill/>
            <a:scene3d>
              <a:camera prst="isometricLeftDown">
                <a:rot lat="2400000" lon="20100000" rev="0"/>
              </a:camera>
              <a:lightRig rig="threePt" dir="t"/>
            </a:scene3d>
            <a:sp3d/>
          </p:spPr>
          <p:txBody>
            <a:bodyPr wrap="square" rtlCol="0">
              <a:spAutoFit/>
            </a:bodyPr>
            <a:lstStyle/>
            <a:p>
              <a:r>
                <a:rPr lang="en-US" sz="173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2ED84F0-BD7C-91BA-6DD5-BAED1CFA945E}"/>
                </a:ext>
              </a:extLst>
            </p:cNvPr>
            <p:cNvSpPr txBox="1"/>
            <p:nvPr/>
          </p:nvSpPr>
          <p:spPr>
            <a:xfrm>
              <a:off x="7599531" y="2794281"/>
              <a:ext cx="1335754" cy="2785378"/>
            </a:xfrm>
            <a:prstGeom prst="rect">
              <a:avLst/>
            </a:prstGeom>
            <a:noFill/>
            <a:scene3d>
              <a:camera prst="isometricLeftDown">
                <a:rot lat="2400000" lon="20100000" rev="0"/>
              </a:camera>
              <a:lightRig rig="threePt" dir="t"/>
            </a:scene3d>
            <a:sp3d/>
          </p:spPr>
          <p:txBody>
            <a:bodyPr wrap="square" rtlCol="0">
              <a:spAutoFit/>
            </a:bodyPr>
            <a:lstStyle/>
            <a:p>
              <a:r>
                <a:rPr lang="en-US" sz="175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7</a:t>
              </a:r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DB11B90-D442-BE5F-EF56-C2CA0C201A38}"/>
              </a:ext>
            </a:extLst>
          </p:cNvPr>
          <p:cNvCxnSpPr/>
          <p:nvPr/>
        </p:nvCxnSpPr>
        <p:spPr>
          <a:xfrm>
            <a:off x="2047164" y="4194930"/>
            <a:ext cx="5923128" cy="179643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1FD462F-751E-0A1B-39DA-0D6B6E3E4936}"/>
              </a:ext>
            </a:extLst>
          </p:cNvPr>
          <p:cNvCxnSpPr>
            <a:cxnSpLocks/>
          </p:cNvCxnSpPr>
          <p:nvPr/>
        </p:nvCxnSpPr>
        <p:spPr>
          <a:xfrm flipH="1">
            <a:off x="4592471" y="4092239"/>
            <a:ext cx="5923128" cy="179643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B1D6DF3-880C-9968-8D56-5E558045FBAE}"/>
              </a:ext>
            </a:extLst>
          </p:cNvPr>
          <p:cNvCxnSpPr/>
          <p:nvPr/>
        </p:nvCxnSpPr>
        <p:spPr>
          <a:xfrm>
            <a:off x="2344280" y="3174944"/>
            <a:ext cx="5923128" cy="179643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A5EC2CF-0FE5-B0CF-EC9C-6F04A74950EA}"/>
              </a:ext>
            </a:extLst>
          </p:cNvPr>
          <p:cNvCxnSpPr>
            <a:cxnSpLocks/>
          </p:cNvCxnSpPr>
          <p:nvPr/>
        </p:nvCxnSpPr>
        <p:spPr>
          <a:xfrm flipH="1">
            <a:off x="4662038" y="2960169"/>
            <a:ext cx="5923128" cy="179643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9104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FA333-746F-1BCF-9ABD-FD9072E11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D443EDF8-9C2F-807A-79AC-4A3456DDE315}"/>
              </a:ext>
            </a:extLst>
          </p:cNvPr>
          <p:cNvGrpSpPr/>
          <p:nvPr/>
        </p:nvGrpSpPr>
        <p:grpSpPr>
          <a:xfrm>
            <a:off x="3213100" y="1187450"/>
            <a:ext cx="5765800" cy="4940096"/>
            <a:chOff x="3213100" y="1187450"/>
            <a:chExt cx="5765800" cy="4940096"/>
          </a:xfrm>
        </p:grpSpPr>
        <p:pic>
          <p:nvPicPr>
            <p:cNvPr id="5" name="Picture 4" descr="A blue cube with white letters and a logo&#10;&#10;Description automatically generated">
              <a:extLst>
                <a:ext uri="{FF2B5EF4-FFF2-40B4-BE49-F238E27FC236}">
                  <a16:creationId xmlns:a16="http://schemas.microsoft.com/office/drawing/2014/main" id="{E4553133-8233-EADC-EF1D-09C8DB7E7F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13100" y="1187450"/>
              <a:ext cx="5765800" cy="44831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19E392F-C617-E0B0-C185-F41C1D7442EF}"/>
                </a:ext>
              </a:extLst>
            </p:cNvPr>
            <p:cNvSpPr txBox="1"/>
            <p:nvPr/>
          </p:nvSpPr>
          <p:spPr>
            <a:xfrm>
              <a:off x="3213100" y="2847710"/>
              <a:ext cx="1727939" cy="2754600"/>
            </a:xfrm>
            <a:prstGeom prst="rect">
              <a:avLst/>
            </a:prstGeom>
            <a:noFill/>
            <a:scene3d>
              <a:camera prst="isometricLeftDown">
                <a:rot lat="2400000" lon="1500000" rev="0"/>
              </a:camera>
              <a:lightRig rig="threePt" dir="t"/>
            </a:scene3d>
            <a:sp3d/>
          </p:spPr>
          <p:txBody>
            <a:bodyPr wrap="square" rtlCol="0">
              <a:spAutoFit/>
            </a:bodyPr>
            <a:lstStyle/>
            <a:p>
              <a:r>
                <a:rPr lang="en-US" sz="173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2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D6423C3-0C07-2135-52F9-B154CA26ADEE}"/>
                </a:ext>
              </a:extLst>
            </p:cNvPr>
            <p:cNvSpPr txBox="1"/>
            <p:nvPr/>
          </p:nvSpPr>
          <p:spPr>
            <a:xfrm>
              <a:off x="4662038" y="3265224"/>
              <a:ext cx="1727939" cy="2862322"/>
            </a:xfrm>
            <a:prstGeom prst="rect">
              <a:avLst/>
            </a:prstGeom>
            <a:noFill/>
            <a:scene3d>
              <a:camera prst="isometricLeftDown">
                <a:rot lat="2400000" lon="1500000" rev="0"/>
              </a:camera>
              <a:lightRig rig="threePt" dir="t"/>
            </a:scene3d>
            <a:sp3d/>
          </p:spPr>
          <p:txBody>
            <a:bodyPr wrap="square" rtlCol="0">
              <a:spAutoFit/>
            </a:bodyPr>
            <a:lstStyle/>
            <a:p>
              <a:r>
                <a:rPr lang="en-US" sz="175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0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22FF3DE-6A0B-4FAF-CB61-B6E0713FF355}"/>
                </a:ext>
              </a:extLst>
            </p:cNvPr>
            <p:cNvSpPr txBox="1"/>
            <p:nvPr/>
          </p:nvSpPr>
          <p:spPr>
            <a:xfrm>
              <a:off x="6138272" y="3199771"/>
              <a:ext cx="1727939" cy="2754600"/>
            </a:xfrm>
            <a:prstGeom prst="rect">
              <a:avLst/>
            </a:prstGeom>
            <a:noFill/>
            <a:scene3d>
              <a:camera prst="isometricLeftDown">
                <a:rot lat="2400000" lon="20100000" rev="0"/>
              </a:camera>
              <a:lightRig rig="threePt" dir="t"/>
            </a:scene3d>
            <a:sp3d/>
          </p:spPr>
          <p:txBody>
            <a:bodyPr wrap="square" rtlCol="0">
              <a:spAutoFit/>
            </a:bodyPr>
            <a:lstStyle/>
            <a:p>
              <a:r>
                <a:rPr lang="en-US" sz="173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11BA887-6036-D1D1-CD51-16889654A4A2}"/>
                </a:ext>
              </a:extLst>
            </p:cNvPr>
            <p:cNvSpPr txBox="1"/>
            <p:nvPr/>
          </p:nvSpPr>
          <p:spPr>
            <a:xfrm>
              <a:off x="7599531" y="2794281"/>
              <a:ext cx="1335754" cy="2785378"/>
            </a:xfrm>
            <a:prstGeom prst="rect">
              <a:avLst/>
            </a:prstGeom>
            <a:noFill/>
            <a:scene3d>
              <a:camera prst="isometricLeftDown">
                <a:rot lat="2400000" lon="20100000" rev="0"/>
              </a:camera>
              <a:lightRig rig="threePt" dir="t"/>
            </a:scene3d>
            <a:sp3d/>
          </p:spPr>
          <p:txBody>
            <a:bodyPr wrap="square" rtlCol="0">
              <a:spAutoFit/>
            </a:bodyPr>
            <a:lstStyle/>
            <a:p>
              <a:r>
                <a:rPr lang="en-US" sz="175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53412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</Words>
  <Application>Microsoft Macintosh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Helvetica Neue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Jin Hong</dc:creator>
  <cp:lastModifiedBy>zhihao shang</cp:lastModifiedBy>
  <cp:revision>5</cp:revision>
  <dcterms:created xsi:type="dcterms:W3CDTF">2024-05-09T08:16:16Z</dcterms:created>
  <dcterms:modified xsi:type="dcterms:W3CDTF">2026-06-24T15:08:32Z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2025-05-12T10:09:26Z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9803818e-273a-43ab-acdd-38dc6ef7d8e2</vt:lpwstr>
  </property>
  <property fmtid="{D5CDD505-2E9C-101B-9397-08002B2CF9AE}" pid="8" name="MSIP_Label_2ad0b24d-6422-44b0-b3de-abb3a9e8c81a_ContentBits">
    <vt:lpwstr>0</vt:lpwstr>
  </property>
  <property fmtid="{D5CDD505-2E9C-101B-9397-08002B2CF9AE}" pid="9" name="MSIP_Label_2ad0b24d-6422-44b0-b3de-abb3a9e8c81a_Tag">
    <vt:lpwstr>50, 3, 0, 1</vt:lpwstr>
  </property>
</Properties>
</file>